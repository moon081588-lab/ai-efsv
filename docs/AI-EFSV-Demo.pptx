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548640"/>
            <a:ext cx="3474720" cy="347472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926080"/>
            <a:ext cx="2194560" cy="2194560"/>
          </a:xfrm>
          <a:prstGeom prst="ellipse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18288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TERM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AI-EFSV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ECU Software Verification Tool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requirement extraction  |  AI test derivation  |  Anomaly detection  |  ISO 26262 reporting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617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&amp; Design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0" y="0"/>
            <a:ext cx="5532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ECU Software Verification Today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2743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132588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23042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 &amp; Manual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" y="2761488"/>
            <a:ext cx="24140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manually map hundreds of requirements to test cases — a process that takes days or weeks per release cycle.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115568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115568"/>
            <a:ext cx="2743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132588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383280" y="23042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Error-Prone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10712" y="2761488"/>
            <a:ext cx="24140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misses traceability gaps, ASIL coverage holes, and low-confidence mappings that should trigger review.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1115568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115568"/>
            <a:ext cx="2743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0" y="132588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309360" y="23042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Burden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36792" y="2761488"/>
            <a:ext cx="24140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an ISO 26262 compliance report by hand is time-consuming and vulnerable to inconsistency across engineers.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"Automotive software verification is one of the most documentation-heavy processes in ECU development."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0" y="0"/>
            <a:ext cx="5532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Full AI-Driven Verification Pipeline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67512" y="1188720"/>
            <a:ext cx="914400" cy="9144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609344" y="1645920"/>
            <a:ext cx="34747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22494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" y="263347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CSV or XLSX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04872" y="1188720"/>
            <a:ext cx="914400" cy="9144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04872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346704" y="1645920"/>
            <a:ext cx="34747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22494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93392" y="263347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parses &amp; maps to tests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42232" y="1188720"/>
            <a:ext cx="914400" cy="9144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42232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084064" y="1645920"/>
            <a:ext cx="34747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30752" y="22494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30752" y="263347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approves mappings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79592" y="1188720"/>
            <a:ext cx="914400" cy="9144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79592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6821424" y="1645920"/>
            <a:ext cx="34747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68112" y="22494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68112" y="263347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ECU test execution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16952" y="1188720"/>
            <a:ext cx="914400" cy="9144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16952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205472" y="22494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05472" y="263347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26262 compliance draft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493008"/>
            <a:ext cx="8229600" cy="13898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" y="3493008"/>
            <a:ext cx="78638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Engineers go from raw requirements to a complete, AI-reviewed, ISO 26262-traceable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package — in minutes, not days.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0" y="0"/>
            <a:ext cx="5532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Specialized AI Models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605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91440" cy="17556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34440"/>
            <a:ext cx="50292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06424" y="1207008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Requirement Matcher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06424" y="1527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llama3.2 (3B)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847088"/>
            <a:ext cx="38221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requirements, detects boundary clues, and generates candidate test cases with AI rationale.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097280"/>
            <a:ext cx="41605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97280"/>
            <a:ext cx="91440" cy="17556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1234440"/>
            <a:ext cx="502920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2344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95544" y="1207008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 Prioritizer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95544" y="1527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gemma3:4b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847088"/>
            <a:ext cx="38221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and ranks which test cases to re-run after a change using AI impact analysis.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035808"/>
            <a:ext cx="41605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035808"/>
            <a:ext cx="91440" cy="17556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172968"/>
            <a:ext cx="502920" cy="2743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729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C3a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06424" y="3145536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Anomaly Detector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06424" y="34655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Chronos-Bolt Small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3785616"/>
            <a:ext cx="38221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forecasting model that flags ECU signal anomalies from simulated test telemetry.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035808"/>
            <a:ext cx="41605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035808"/>
            <a:ext cx="91440" cy="17556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2040" y="3172968"/>
            <a:ext cx="502920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1729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C3b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95544" y="3145536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Drafter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95544" y="34655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llama3.2 (3B)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3785616"/>
            <a:ext cx="38221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ISO 26262 compliance report narrative from verification outcomes and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0" y="0"/>
            <a:ext cx="5532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651760" cy="47548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23774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components + Hooks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12-tab section navigation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via ngrok tunnel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 status badge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517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97280"/>
            <a:ext cx="265176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972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37560" y="1664208"/>
            <a:ext cx="23774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with OpenAPI docs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AI service layer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OpenAI-compatible API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config loading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517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097280"/>
            <a:ext cx="2651760" cy="47548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0972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Services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72200" y="1664208"/>
            <a:ext cx="23774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(llama3.2, gemma3:4b)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Chronos-Bolt Small (port 9001)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fallback mode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GPU/CPU auto-detection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4-model coordinated pipeline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0" y="457200"/>
            <a:ext cx="4023360" cy="4023360"/>
          </a:xfrm>
          <a:prstGeom prst="ellipse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058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914400" y="242316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914400" y="4251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public URL on any device — no installation required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0" y="0"/>
            <a:ext cx="5532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19202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19202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20040" y="1847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Sections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1396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078992"/>
            <a:ext cx="19202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078992"/>
            <a:ext cx="19202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17043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2468880" y="1847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21396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local hardware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078992"/>
            <a:ext cx="19202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078992"/>
            <a:ext cx="19202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17043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4617720" y="1847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17720" y="21396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full pipeline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078992"/>
            <a:ext cx="19202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078992"/>
            <a:ext cx="19202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17043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26262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766560" y="1847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Standard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0" y="21396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auto-generated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761488"/>
            <a:ext cx="4114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761488"/>
            <a:ext cx="7315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8346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Engineer-in-the-loop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31089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decision requires human approval before progressing to the next pipeline stage.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81728" y="2761488"/>
            <a:ext cx="4114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81728" y="2761488"/>
            <a:ext cx="7315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28346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Graceful fallback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64608" y="31089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algorithms replace AI models automatically when Ollama or Chronos is unavailable.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3785616"/>
            <a:ext cx="4114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3785616"/>
            <a:ext cx="7315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8587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traceability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" y="413308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requirement links to a test case, ASIL level, and evidence record for ISO 26262 compliance.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81728" y="3785616"/>
            <a:ext cx="4114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81728" y="3785616"/>
            <a:ext cx="7315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38587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log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64608" y="413308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engineer action is timestamped, stored, and exportable as a CSV evidence record.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0" y="0"/>
            <a:ext cx="5532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What We Learned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82296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070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3.14 + Rust Extensions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17904"/>
            <a:ext cx="3794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required PyO3 &lt;= 3.13. Solved with PYO3_USE_ABI3_FORWARD_COMPATIBILITY=1 and unpinning pydantic.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81728" y="1115568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1115568"/>
            <a:ext cx="82296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2070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State Across Tabs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64608" y="1517904"/>
            <a:ext cx="3794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Tab-based navigation caused TDZ crashes. Learned to keep all state high in App.jsx and never reference undeclared variables in useEffect deps.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414016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414016"/>
            <a:ext cx="82296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0545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 Table Layout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2816352"/>
            <a:ext cx="3794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table-layout: fixed, max-width on td is silently ignored — a browser constraint that took multiple iterations to debug.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81728" y="2414016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81728" y="2414016"/>
            <a:ext cx="82296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250545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Integration at the Edge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64608" y="2816352"/>
            <a:ext cx="3794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4 local models on a Mac exposed real constraints around memory, latency, and task-to-model matching.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712464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712464"/>
            <a:ext cx="82296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80390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Engineer-AI Trust Design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114800"/>
            <a:ext cx="3794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automation is not enough. Every AI output is labeled with confidence and source — the engineer always has the final say.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81728" y="3712464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81728" y="3712464"/>
            <a:ext cx="82296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380390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Fallback Architecture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64608" y="4114800"/>
            <a:ext cx="3794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statistical fallbacks for every AI path made the system realistic — it works even without a GPU or internet connection.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AI-EFSV: AI-Assisted ECU Software Verification Tool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github.com/moon081588-lab/AI-EFSV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AI-EFSV Demo</dc:title>
  <dc:subject>PptxGenJS Presentation</dc:subject>
  <dc:creator>PptxGenJS</dc:creator>
  <cp:lastModifiedBy>PptxGenJS</cp:lastModifiedBy>
  <cp:revision>1</cp:revision>
  <dcterms:created xsi:type="dcterms:W3CDTF">2026-06-07T06:59:24Z</dcterms:created>
  <dcterms:modified xsi:type="dcterms:W3CDTF">2026-06-07T06:59:24Z</dcterms:modified>
</cp:coreProperties>
</file>